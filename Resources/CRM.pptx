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F4FE2E-68FA-4209-8F27-51C9762A2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560F403-C6DF-44A9-A89D-96BE6AAE0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DC6741-2D25-4EEA-A9A0-DC2A321E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586C-46CD-4213-A7C8-EE86E18B4B1F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D8377B-BE4A-4DEE-9CA5-05EF6BD24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679E26-A137-4607-9120-0F0595D98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C3AB-DD49-41CF-9BEE-3CB38A2C43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0676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49FE74-1094-49FF-9F09-E1ECC3D0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29DE47-CC72-4F73-BAD1-BBECF4032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E2F596-E67B-4CB3-9BC0-CFEB894C2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586C-46CD-4213-A7C8-EE86E18B4B1F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72091E-5AC9-4B92-8511-2CF7E1338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3965BC-30D8-411C-A558-8B876C61E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C3AB-DD49-41CF-9BEE-3CB38A2C43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37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54377F-137F-4EDA-897F-899044881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9316EE-72B1-44BD-861C-ABD8D2C10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EF43A1-FD0F-4E08-AA9C-CC0FC7B2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586C-46CD-4213-A7C8-EE86E18B4B1F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5F7459-E3C9-40A8-B04C-0F883689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C4F8ED-AF18-46A9-A05E-759F55D4C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C3AB-DD49-41CF-9BEE-3CB38A2C43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721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2F3A9-C516-4710-B76D-137A38912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0D1C33-0E1D-4EDB-860A-6D675724CF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00F756-DBB8-4BE6-9F2B-9D14B1642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D6B986-BCBB-4DFE-937E-7583C0DF3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586C-46CD-4213-A7C8-EE86E18B4B1F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854224E-CBC2-4BF7-BB2D-FEDF91EDC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B4D565-E70F-46FB-AFF9-28E482D85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C3AB-DD49-41CF-9BEE-3CB38A2C43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8565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5140A-C76B-454D-825C-1111DAD9C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8AA493-60F9-4982-BF4C-C1ED54A37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F4F71A2-27F9-4F02-886C-F5CD52D6B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04284B-D564-4559-A4C4-C4CB80E5AA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FA423D8-B279-451D-A1A0-9AFFE732A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EDE60CB-F085-4367-885B-11B1BF32A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586C-46CD-4213-A7C8-EE86E18B4B1F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62B908C-8C33-4273-A4C2-9A5C4EE3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073AFC9-6BC0-482F-8217-080CFA68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C3AB-DD49-41CF-9BEE-3CB38A2C43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419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FA867-27B9-4BEE-B60E-C77C90246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768A681-4CB0-4ED6-B7C4-A61276A8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586C-46CD-4213-A7C8-EE86E18B4B1F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D8D5D5A-8575-42D5-B659-ACE097E34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5102A37-0B29-485B-B273-3522F29BC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C3AB-DD49-41CF-9BEE-3CB38A2C43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671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B07ADE8-3248-45AF-9313-AADE932FF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586C-46CD-4213-A7C8-EE86E18B4B1F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42C8437-F11A-4024-A59A-2803C397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84809E-7837-4B5A-A93B-E3464EB34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C3AB-DD49-41CF-9BEE-3CB38A2C43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390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008C0B-02F0-4889-B846-0E4F5F3EF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B28178-9564-4F56-9C12-31804AC73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18D2379-9B25-4BC5-9193-2F1FD098A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6F111C-FFF9-43F3-9F37-7C6C4EB55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586C-46CD-4213-A7C8-EE86E18B4B1F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D98C1C4-641B-45D6-A490-148127428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5D274C-B66A-4B59-BCFE-CE66B552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C3AB-DD49-41CF-9BEE-3CB38A2C43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830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4E1308-A4EF-4B56-9340-CA63B457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5369671-5788-4EBC-9F98-919F18F33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FBB90F9-1941-47A7-9DDE-0919A8627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71E5F3D-6445-416D-81C5-22484D22B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586C-46CD-4213-A7C8-EE86E18B4B1F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CED713-9DE8-483B-A718-786A280CD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5295AD-5682-4140-898B-66648EA9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C3AB-DD49-41CF-9BEE-3CB38A2C43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989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E60456-3A90-4227-8CE1-DD28425E0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F485E7-A1D7-4224-AA92-67902D41D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0BF97E-A7EF-4273-875E-1BA4E0B3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586C-46CD-4213-A7C8-EE86E18B4B1F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0F275A-53C7-430C-B66B-EB9860B8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2DA9E9-4BDF-4595-8942-623E9EFC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C3AB-DD49-41CF-9BEE-3CB38A2C43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020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64F3295-A005-40C0-AFBB-6CD144AA0D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733BA36-C6E9-43E0-BF27-1B347FCD6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DB0C8E-1B5F-4BD9-BA85-41FEC4300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586C-46CD-4213-A7C8-EE86E18B4B1F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DE3BCB-8B9F-4B54-A052-5D12019ED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64666B-1D3E-438B-B414-59FB8E06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BC3AB-DD49-41CF-9BEE-3CB38A2C43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0043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1DE7FD-4409-4771-AB68-3EA978AFD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D63FB1-E355-4F5B-B3C1-2EF0B3F76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D9F66E-F151-4998-B90A-6A7FC2ECE2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C586C-46CD-4213-A7C8-EE86E18B4B1F}" type="datetimeFigureOut">
              <a:rPr lang="ru-RU" smtClean="0"/>
              <a:t>05.07.2026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AD0D6F-8398-499C-8B4F-1A732F6FA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BB316A-B277-4B90-950F-711C2C0EF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BC3AB-DD49-41CF-9BEE-3CB38A2C43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412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0C3D9-32D8-43BF-930C-938EF2291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218" y="540472"/>
            <a:ext cx="11610109" cy="2387600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веб-ориентированной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CRM-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5D88EDC-92BF-4D5B-B1CE-30B7AD0A0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2545" y="5461000"/>
            <a:ext cx="2909455" cy="1397000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Сахарчук Даниил Игоревич Группа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П29</a:t>
            </a:r>
          </a:p>
        </p:txBody>
      </p:sp>
    </p:spTree>
    <p:extLst>
      <p:ext uri="{BB962C8B-B14F-4D97-AF65-F5344CB8AC3E}">
        <p14:creationId xmlns:p14="http://schemas.microsoft.com/office/powerpoint/2010/main" val="4143921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951FD-4495-4752-AB78-B707E193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и Цели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B85A53-4046-4228-BAFC-87A350C89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963" y="1574800"/>
            <a:ext cx="11610109" cy="5283200"/>
          </a:xfrm>
        </p:spPr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Перегруженность менеджеров рутиной, потеря истории взаимодействий с клиентами, сложность контроля воронки.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проекта: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Создание легковесной, отзывчивой CRM-системы для управления сделками и прозрачного логирования активности менеджеров.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Проектирование реляционной базы данных.</a:t>
            </a:r>
          </a:p>
          <a:p>
            <a:pPr lvl="1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интерактивной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Канбан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-доски с AJAX-синхронизацией.</a:t>
            </a:r>
          </a:p>
          <a:p>
            <a:pPr lvl="1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сквозной подсистемы безопасности и ролевого доступа.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4494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31C36C-01E7-44CA-87BE-A820CCBC6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088D8D9-18AF-4B4A-9D03-7D7C577CB7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309" y="2097088"/>
            <a:ext cx="1193338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Бэкенд: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.NET 10 (ASP.NET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MVC),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Фронтенд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Razor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Views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5,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htmx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jQuery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Sortable.js, Chart.js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Архитектурный подход: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Гибридный (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Server-Side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Rendering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реактивные компоненты без тяжелых JS-фреймворков).</a:t>
            </a:r>
          </a:p>
        </p:txBody>
      </p:sp>
    </p:spTree>
    <p:extLst>
      <p:ext uri="{BB962C8B-B14F-4D97-AF65-F5344CB8AC3E}">
        <p14:creationId xmlns:p14="http://schemas.microsoft.com/office/powerpoint/2010/main" val="37944164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124</Words>
  <Application>Microsoft Office PowerPoint</Application>
  <PresentationFormat>Широкоэкранный</PresentationFormat>
  <Paragraphs>13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Тема Office</vt:lpstr>
      <vt:lpstr>Разработка веб-ориентированной CRM-системы</vt:lpstr>
      <vt:lpstr>Актуальность и Цели</vt:lpstr>
      <vt:lpstr>Технологический стек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Daniil</dc:creator>
  <cp:lastModifiedBy>Daniil</cp:lastModifiedBy>
  <cp:revision>3</cp:revision>
  <dcterms:created xsi:type="dcterms:W3CDTF">2026-07-03T12:03:04Z</dcterms:created>
  <dcterms:modified xsi:type="dcterms:W3CDTF">2026-07-05T08:02:38Z</dcterms:modified>
</cp:coreProperties>
</file>